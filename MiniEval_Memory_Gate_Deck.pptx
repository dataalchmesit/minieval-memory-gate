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4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MiniEval Memory Gate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checked for faithfulness before it enters your AI's memory.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Supermemory  ·  localhost:6767 Hackathon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Preeti Soni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checks if your AI's memory is true?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Supermemory gives your AI a second brain - it remembers everything. But when an AI extracts a memory, it can hallucinate. And once a false memory is stored, it's recalled forever, with total confidence.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AAB0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LIFE-CRITICAL EXAMPLE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35661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(true): </a:t>
            </a:r>
            <a:r>
              <a:rPr lang="en-US" sz="18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user is allergic to peanuts."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Overwritten with (false): </a:t>
            </a:r>
            <a:r>
              <a:rPr lang="en-US" sz="1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user loves eating peanuts."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4709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brain that remembers lies is worse than no memory at all.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trust layer for AI memory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Supermemory does the memory. MiniEval does the trust.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76200" dist="25400" dir="5400000" algn="bl" rotWithShape="0">
              <a:srgbClr val="AAB0BC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514600"/>
            <a:ext cx="777240" cy="77724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4747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Gate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1605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fact is scored against its source. Faithful facts are stored, hallucinations blocked, uncertain ones flagged.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76200" dist="25400" dir="5400000" algn="bl" rotWithShape="0">
              <a:srgbClr val="AAB0BC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777240" cy="777240"/>
          </a:xfrm>
          <a:prstGeom prst="ellipse">
            <a:avLst/>
          </a:prstGeom>
          <a:solidFill>
            <a:srgbClr val="4CAF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Dashboard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audit dashboard - trust score, catch rate, category breakdown, and a full decision trail. Everything visible.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76200" dist="25400" dir="5400000" algn="bl" rotWithShape="0">
              <a:srgbClr val="AAB0BC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2514600"/>
            <a:ext cx="777240" cy="777240"/>
          </a:xfrm>
          <a:prstGeom prst="ellipse">
            <a:avLst/>
          </a:prstGeom>
          <a:solidFill>
            <a:srgbClr val="7C6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34747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Adjudication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41605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memory conflicts with a stored one, MiniEval checks faithfulness first - a lie can never overwrite the truth.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Guarding the overwrite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Supermemory resolves memory conflicts by recency - newest wins. But recency is dangerous when the newest fact is a hallucination. MiniEval checks faithfulness first.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269748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6F4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6700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Bangalore  →  Lives in Chennai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genuinely moved - new memory is faithful.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69748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26700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to peanuts  →  Loves peanuts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- contradicts source. Truth protected.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42519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6F4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nurse  →  Is a doctor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med school - faithful career change.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vegetarian  →  Eats meat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- contradicts source. Truth protected.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80 candidate memories across 6 fact categories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32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6E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97.5%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catch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23774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32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2743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8DE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39/40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03320" y="3840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blocked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32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AF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facts stored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3774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32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2743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98280" y="38404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memories reached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stored every genuine fact and blocked 39 of 40 hallucinations - flagging the one uncertain case for review rather than guessing.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your AI's memory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6E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should only remember what's true.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MiniEval Memory Gate  ·  built entirely on Supermemory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minieval-pro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Office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Hrithik Soni</cp:lastModifiedBy>
  <cp:revision>3</cp:revision>
  <dcterms:created xsi:type="dcterms:W3CDTF">2026-07-15T14:35:23Z</dcterms:created>
  <dcterms:modified xsi:type="dcterms:W3CDTF">2026-07-17T06:23:35Z</dcterms:modified>
</cp:coreProperties>
</file>